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8" r:id="rId1"/>
  </p:sldMasterIdLst>
  <p:sldIdLst>
    <p:sldId id="256" r:id="rId2"/>
    <p:sldId id="259" r:id="rId3"/>
    <p:sldId id="263" r:id="rId4"/>
    <p:sldId id="264" r:id="rId5"/>
    <p:sldId id="265" r:id="rId6"/>
    <p:sldId id="266" r:id="rId7"/>
    <p:sldId id="267" r:id="rId8"/>
    <p:sldId id="260" r:id="rId9"/>
    <p:sldId id="268" r:id="rId10"/>
    <p:sldId id="269" r:id="rId11"/>
    <p:sldId id="270" r:id="rId12"/>
    <p:sldId id="271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C3C26300-4C1F-4F23-AC0F-4326C0379EF4}">
          <p14:sldIdLst>
            <p14:sldId id="256"/>
          </p14:sldIdLst>
        </p14:section>
        <p14:section name="Materi" id="{18E123E7-5305-4366-B4D2-D589C908C016}">
          <p14:sldIdLst>
            <p14:sldId id="259"/>
            <p14:sldId id="263"/>
            <p14:sldId id="264"/>
            <p14:sldId id="265"/>
            <p14:sldId id="266"/>
            <p14:sldId id="267"/>
            <p14:sldId id="260"/>
            <p14:sldId id="268"/>
            <p14:sldId id="269"/>
            <p14:sldId id="270"/>
            <p14:sldId id="271"/>
            <p14:sldId id="26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74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733709"/>
            <a:ext cx="6069268" cy="1373070"/>
          </a:xfrm>
        </p:spPr>
        <p:txBody>
          <a:bodyPr anchor="b">
            <a:noAutofit/>
          </a:bodyPr>
          <a:lstStyle>
            <a:lvl1pPr algn="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5655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5936189"/>
            <a:ext cx="402166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399" y="2750337"/>
            <a:ext cx="1370293" cy="1356442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42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407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2728432"/>
            <a:ext cx="9161969" cy="1677035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869895"/>
            <a:ext cx="688915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639" y="4232172"/>
            <a:ext cx="688915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65810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5936189"/>
            <a:ext cx="483467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6438" y="286989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257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53228"/>
            <a:ext cx="6887390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336873"/>
            <a:ext cx="3357899" cy="359931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1128" y="2336873"/>
            <a:ext cx="3359661" cy="359931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727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30"/>
            <a:ext cx="6896534" cy="10809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988" y="2336874"/>
            <a:ext cx="3145080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38" y="3030009"/>
            <a:ext cx="3367045" cy="290617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646" y="2336873"/>
            <a:ext cx="3145527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61129" y="3030009"/>
            <a:ext cx="3367044" cy="290617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597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534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7717217" y="1973262"/>
            <a:ext cx="1444752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0769" y="609600"/>
            <a:ext cx="1433231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810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7"/>
            <a:ext cx="6896534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4"/>
            <a:ext cx="3913788" cy="35993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2336873"/>
            <a:ext cx="2796240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928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2336874"/>
            <a:ext cx="391721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2336874"/>
            <a:ext cx="2798487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368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4711617"/>
            <a:ext cx="6894770" cy="544482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609598"/>
            <a:ext cx="689653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5256098"/>
            <a:ext cx="6894772" cy="5478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310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82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609597"/>
            <a:ext cx="6896534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889151" cy="1101764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61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8966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616983"/>
            <a:ext cx="642514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89438" y="3660763"/>
            <a:ext cx="5987731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903919" cy="110176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70932" y="748116"/>
            <a:ext cx="5334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191" y="2998573"/>
            <a:ext cx="457200" cy="584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33300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4710340"/>
            <a:ext cx="6896534" cy="5898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5300150"/>
            <a:ext cx="6896534" cy="51195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8806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2629" y="2329489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777" y="3015290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8413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79710" y="3007906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26136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233520" y="3007905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5960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32391" y="4297503"/>
            <a:ext cx="21922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1" y="2336873"/>
            <a:ext cx="219225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2391" y="4873765"/>
            <a:ext cx="219225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0497" y="4297503"/>
            <a:ext cx="221507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2336873"/>
            <a:ext cx="221507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869483" y="4873764"/>
            <a:ext cx="2218004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1028" y="4297503"/>
            <a:ext cx="219433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7" y="2336873"/>
            <a:ext cx="219433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230934" y="4873762"/>
            <a:ext cx="219723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9817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6520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 rot="5400000">
            <a:off x="4575305" y="2747178"/>
            <a:ext cx="6862555" cy="1368199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609597"/>
            <a:ext cx="1069602" cy="4461936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8"/>
            <a:ext cx="6576359" cy="532658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144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89"/>
            <a:ext cx="451895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31152" y="5432500"/>
            <a:ext cx="1149636" cy="1273100"/>
          </a:xfrm>
        </p:spPr>
        <p:txBody>
          <a:bodyPr anchor="t"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682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7272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  <p:sldLayoutId id="2147483810" r:id="rId12"/>
    <p:sldLayoutId id="2147483811" r:id="rId13"/>
    <p:sldLayoutId id="2147483812" r:id="rId14"/>
    <p:sldLayoutId id="2147483813" r:id="rId15"/>
    <p:sldLayoutId id="2147483814" r:id="rId16"/>
    <p:sldLayoutId id="214748381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dirty="0"/>
              <a:t>Introduction to SQL </a:t>
            </a:r>
            <a:r>
              <a:rPr dirty="0" smtClean="0"/>
              <a:t>Server</a:t>
            </a:r>
            <a:endParaRPr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Administrasi</a:t>
            </a:r>
            <a:r>
              <a:rPr dirty="0"/>
              <a:t> SQL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In-Memory OLTP</a:t>
            </a:r>
          </a:p>
          <a:p>
            <a:r>
              <a:rPr dirty="0"/>
              <a:t>• Buffer Pool Extension</a:t>
            </a:r>
          </a:p>
          <a:p>
            <a:r>
              <a:rPr dirty="0"/>
              <a:t>• Always On</a:t>
            </a:r>
          </a:p>
          <a:p>
            <a:r>
              <a:rPr dirty="0"/>
              <a:t>• SSDT</a:t>
            </a:r>
          </a:p>
          <a:p>
            <a:r>
              <a:rPr dirty="0"/>
              <a:t>• Azure Integration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In-Memory OLTP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336873"/>
            <a:ext cx="8231909" cy="3599316"/>
          </a:xfrm>
        </p:spPr>
        <p:txBody>
          <a:bodyPr/>
          <a:lstStyle/>
          <a:p>
            <a:pPr marL="0" indent="0">
              <a:buNone/>
            </a:pPr>
            <a:r>
              <a:rPr lang="en-US" dirty="0" err="1" smtClean="0"/>
              <a:t>Teknologi</a:t>
            </a:r>
            <a:r>
              <a:rPr lang="en-US" dirty="0" smtClean="0"/>
              <a:t> </a:t>
            </a:r>
            <a:r>
              <a:rPr lang="en-US" dirty="0"/>
              <a:t>yang </a:t>
            </a:r>
            <a:r>
              <a:rPr lang="en-US" dirty="0" err="1"/>
              <a:t>menyimpan</a:t>
            </a:r>
            <a:r>
              <a:rPr lang="en-US" dirty="0"/>
              <a:t> data </a:t>
            </a:r>
            <a:r>
              <a:rPr lang="en-US" dirty="0" err="1"/>
              <a:t>langsung</a:t>
            </a:r>
            <a:r>
              <a:rPr lang="en-US" dirty="0"/>
              <a:t> di </a:t>
            </a:r>
            <a:r>
              <a:rPr lang="en-US" dirty="0" err="1"/>
              <a:t>memori</a:t>
            </a:r>
            <a:r>
              <a:rPr lang="en-US" dirty="0"/>
              <a:t> (RAM) agar proses </a:t>
            </a:r>
            <a:r>
              <a:rPr lang="en-US" dirty="0" err="1"/>
              <a:t>transaksi</a:t>
            </a:r>
            <a:r>
              <a:rPr lang="en-US" dirty="0"/>
              <a:t> </a:t>
            </a:r>
            <a:r>
              <a:rPr lang="en-US" dirty="0" err="1"/>
              <a:t>jauh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cepat</a:t>
            </a:r>
            <a:r>
              <a:rPr lang="en-US" dirty="0"/>
              <a:t> </a:t>
            </a:r>
            <a:r>
              <a:rPr lang="en-US" dirty="0" err="1"/>
              <a:t>dibandingkan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disk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</a:t>
            </a:r>
            <a:r>
              <a:rPr lang="en-US" dirty="0" err="1"/>
              <a:t>kasir</a:t>
            </a:r>
            <a:r>
              <a:rPr lang="en-US" dirty="0"/>
              <a:t> supermarket </a:t>
            </a:r>
            <a:r>
              <a:rPr lang="en-US" dirty="0" err="1"/>
              <a:t>memproses</a:t>
            </a:r>
            <a:r>
              <a:rPr lang="en-US" dirty="0"/>
              <a:t> </a:t>
            </a:r>
            <a:r>
              <a:rPr lang="en-US" dirty="0" err="1"/>
              <a:t>ratusan</a:t>
            </a:r>
            <a:r>
              <a:rPr lang="en-US" dirty="0"/>
              <a:t> </a:t>
            </a:r>
            <a:r>
              <a:rPr lang="en-US" dirty="0" err="1"/>
              <a:t>transaksi</a:t>
            </a:r>
            <a:r>
              <a:rPr lang="en-US" dirty="0"/>
              <a:t> per </a:t>
            </a:r>
            <a:r>
              <a:rPr lang="en-US" dirty="0" err="1"/>
              <a:t>detik</a:t>
            </a:r>
            <a:r>
              <a:rPr lang="en-US" dirty="0"/>
              <a:t> </a:t>
            </a:r>
            <a:r>
              <a:rPr lang="en-US" dirty="0" err="1"/>
              <a:t>saat</a:t>
            </a:r>
            <a:r>
              <a:rPr lang="en-US" dirty="0"/>
              <a:t> jam </a:t>
            </a:r>
            <a:r>
              <a:rPr lang="en-US" dirty="0" err="1"/>
              <a:t>sibuk</a:t>
            </a:r>
            <a:r>
              <a:rPr lang="en-US" dirty="0"/>
              <a:t>. </a:t>
            </a:r>
            <a:r>
              <a:rPr lang="en-US" dirty="0" err="1"/>
              <a:t>Dengan</a:t>
            </a:r>
            <a:r>
              <a:rPr lang="en-US" dirty="0"/>
              <a:t> In-Memory OLTP, </a:t>
            </a:r>
            <a:r>
              <a:rPr lang="en-US" dirty="0" err="1"/>
              <a:t>transaksi</a:t>
            </a:r>
            <a:r>
              <a:rPr lang="en-US" dirty="0"/>
              <a:t> </a:t>
            </a:r>
            <a:r>
              <a:rPr lang="en-US" dirty="0" err="1"/>
              <a:t>tetap</a:t>
            </a:r>
            <a:r>
              <a:rPr lang="en-US" dirty="0"/>
              <a:t> </a:t>
            </a:r>
            <a:r>
              <a:rPr lang="en-US" dirty="0" err="1"/>
              <a:t>cepat</a:t>
            </a:r>
            <a:r>
              <a:rPr lang="en-US" dirty="0"/>
              <a:t> </a:t>
            </a:r>
            <a:r>
              <a:rPr lang="en-US" dirty="0" err="1"/>
              <a:t>tanpa</a:t>
            </a:r>
            <a:r>
              <a:rPr lang="en-US" dirty="0"/>
              <a:t> lag.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930284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Buffer Pool Extension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336873"/>
            <a:ext cx="8416636" cy="35993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Memanfaatkan</a:t>
            </a:r>
            <a:r>
              <a:rPr lang="en-US" dirty="0"/>
              <a:t> SSD </a:t>
            </a:r>
            <a:r>
              <a:rPr lang="en-US" dirty="0" err="1"/>
              <a:t>sebagai</a:t>
            </a:r>
            <a:r>
              <a:rPr lang="en-US" dirty="0"/>
              <a:t> “</a:t>
            </a:r>
            <a:r>
              <a:rPr lang="en-US" dirty="0" err="1"/>
              <a:t>perpanjangan</a:t>
            </a:r>
            <a:r>
              <a:rPr lang="en-US" dirty="0"/>
              <a:t>” RAM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menyimpan</a:t>
            </a:r>
            <a:r>
              <a:rPr lang="en-US" dirty="0"/>
              <a:t> data </a:t>
            </a:r>
            <a:r>
              <a:rPr lang="en-US" dirty="0" err="1"/>
              <a:t>sementara</a:t>
            </a:r>
            <a:r>
              <a:rPr lang="en-US" dirty="0"/>
              <a:t>,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akses</a:t>
            </a:r>
            <a:r>
              <a:rPr lang="en-US" dirty="0"/>
              <a:t> data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cepat</a:t>
            </a:r>
            <a:r>
              <a:rPr lang="en-US" dirty="0"/>
              <a:t> </a:t>
            </a:r>
            <a:r>
              <a:rPr lang="en-US" dirty="0" err="1"/>
              <a:t>dibanding</a:t>
            </a:r>
            <a:r>
              <a:rPr lang="en-US" dirty="0"/>
              <a:t> hard disk </a:t>
            </a:r>
            <a:r>
              <a:rPr lang="en-US" dirty="0" err="1"/>
              <a:t>biasa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Server database </a:t>
            </a:r>
            <a:r>
              <a:rPr lang="en-US" dirty="0" err="1"/>
              <a:t>mulai</a:t>
            </a:r>
            <a:r>
              <a:rPr lang="en-US" dirty="0"/>
              <a:t> </a:t>
            </a:r>
            <a:r>
              <a:rPr lang="en-US" dirty="0" err="1"/>
              <a:t>kehabisan</a:t>
            </a:r>
            <a:r>
              <a:rPr lang="en-US" dirty="0"/>
              <a:t> RAM </a:t>
            </a:r>
            <a:r>
              <a:rPr lang="en-US" dirty="0" err="1"/>
              <a:t>saat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user </a:t>
            </a:r>
            <a:r>
              <a:rPr lang="en-US" dirty="0" err="1"/>
              <a:t>akses</a:t>
            </a:r>
            <a:r>
              <a:rPr lang="en-US" dirty="0"/>
              <a:t>.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fitur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, SSD </a:t>
            </a:r>
            <a:r>
              <a:rPr lang="en-US" dirty="0" err="1"/>
              <a:t>membantu</a:t>
            </a:r>
            <a:r>
              <a:rPr lang="en-US" dirty="0"/>
              <a:t> </a:t>
            </a:r>
            <a:r>
              <a:rPr lang="en-US" dirty="0" err="1"/>
              <a:t>mempercepat</a:t>
            </a:r>
            <a:r>
              <a:rPr lang="en-US" dirty="0"/>
              <a:t> </a:t>
            </a:r>
            <a:r>
              <a:rPr lang="en-US" dirty="0" err="1"/>
              <a:t>akses</a:t>
            </a:r>
            <a:r>
              <a:rPr lang="en-US" dirty="0"/>
              <a:t> </a:t>
            </a:r>
            <a:r>
              <a:rPr lang="en-US" dirty="0" err="1"/>
              <a:t>tanpa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langsung</a:t>
            </a:r>
            <a:r>
              <a:rPr lang="en-US" dirty="0"/>
              <a:t> upgrade RAM.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13995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Always 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336873"/>
            <a:ext cx="8278091" cy="3599316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Fitur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menjaga</a:t>
            </a:r>
            <a:r>
              <a:rPr lang="en-US" dirty="0"/>
              <a:t> database </a:t>
            </a:r>
            <a:r>
              <a:rPr lang="en-US" dirty="0" err="1"/>
              <a:t>tetap</a:t>
            </a:r>
            <a:r>
              <a:rPr lang="en-US" dirty="0"/>
              <a:t> </a:t>
            </a:r>
            <a:r>
              <a:rPr lang="en-US" dirty="0" err="1"/>
              <a:t>aktif</a:t>
            </a:r>
            <a:r>
              <a:rPr lang="en-US" dirty="0"/>
              <a:t> (high availability)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salinan</a:t>
            </a:r>
            <a:r>
              <a:rPr lang="en-US" dirty="0"/>
              <a:t> (replica) di server lain.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err="1"/>
              <a:t>Jika</a:t>
            </a:r>
            <a:r>
              <a:rPr lang="en-US" dirty="0"/>
              <a:t> server </a:t>
            </a:r>
            <a:r>
              <a:rPr lang="en-US" dirty="0" err="1"/>
              <a:t>utama</a:t>
            </a:r>
            <a:r>
              <a:rPr lang="en-US" dirty="0"/>
              <a:t> bank </a:t>
            </a:r>
            <a:r>
              <a:rPr lang="en-US" dirty="0" err="1"/>
              <a:t>tiba-tiba</a:t>
            </a:r>
            <a:r>
              <a:rPr lang="en-US" dirty="0"/>
              <a:t> </a:t>
            </a:r>
            <a:r>
              <a:rPr lang="en-US" dirty="0" err="1"/>
              <a:t>mati</a:t>
            </a:r>
            <a:r>
              <a:rPr lang="en-US" dirty="0"/>
              <a:t>,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otomatis</a:t>
            </a:r>
            <a:r>
              <a:rPr lang="en-US" dirty="0"/>
              <a:t> </a:t>
            </a:r>
            <a:r>
              <a:rPr lang="en-US" dirty="0" err="1"/>
              <a:t>berpindah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server </a:t>
            </a:r>
            <a:r>
              <a:rPr lang="en-US" dirty="0" err="1"/>
              <a:t>cadangan</a:t>
            </a:r>
            <a:r>
              <a:rPr lang="en-US" dirty="0"/>
              <a:t> </a:t>
            </a:r>
            <a:r>
              <a:rPr lang="en-US" dirty="0" err="1"/>
              <a:t>tanpa</a:t>
            </a:r>
            <a:r>
              <a:rPr lang="en-US" dirty="0"/>
              <a:t> </a:t>
            </a:r>
            <a:r>
              <a:rPr lang="en-US" dirty="0" err="1"/>
              <a:t>mengganggu</a:t>
            </a:r>
            <a:r>
              <a:rPr lang="en-US" dirty="0"/>
              <a:t> </a:t>
            </a:r>
            <a:r>
              <a:rPr lang="en-US" dirty="0" err="1"/>
              <a:t>transaksi</a:t>
            </a:r>
            <a:r>
              <a:rPr lang="en-US" dirty="0"/>
              <a:t> </a:t>
            </a:r>
            <a:r>
              <a:rPr lang="en-US" dirty="0" err="1"/>
              <a:t>nasabah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17594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SSDT(SQL Server Data Tools)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336873"/>
            <a:ext cx="8231909" cy="359931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Tools </a:t>
            </a:r>
            <a:r>
              <a:rPr lang="en-US" dirty="0" err="1"/>
              <a:t>untuk</a:t>
            </a:r>
            <a:r>
              <a:rPr lang="en-US" dirty="0"/>
              <a:t> developer </a:t>
            </a:r>
            <a:r>
              <a:rPr lang="en-US" dirty="0" err="1"/>
              <a:t>membuat</a:t>
            </a:r>
            <a:r>
              <a:rPr lang="en-US" dirty="0"/>
              <a:t>, </a:t>
            </a:r>
            <a:r>
              <a:rPr lang="en-US" dirty="0" err="1"/>
              <a:t>mengedit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deploy database </a:t>
            </a:r>
            <a:r>
              <a:rPr lang="en-US" dirty="0" err="1"/>
              <a:t>langsung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Visual Studio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err="1"/>
              <a:t>Seorang</a:t>
            </a:r>
            <a:r>
              <a:rPr lang="en-US" dirty="0"/>
              <a:t> programmer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tabel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relasi</a:t>
            </a:r>
            <a:r>
              <a:rPr lang="en-US" dirty="0"/>
              <a:t> database di Visual Studio </a:t>
            </a:r>
            <a:r>
              <a:rPr lang="en-US" dirty="0" err="1"/>
              <a:t>lalu</a:t>
            </a:r>
            <a:r>
              <a:rPr lang="en-US" dirty="0"/>
              <a:t> </a:t>
            </a:r>
            <a:r>
              <a:rPr lang="en-US" dirty="0" err="1"/>
              <a:t>langsung</a:t>
            </a:r>
            <a:r>
              <a:rPr lang="en-US" dirty="0"/>
              <a:t> </a:t>
            </a:r>
            <a:r>
              <a:rPr lang="en-US" dirty="0" err="1"/>
              <a:t>mengirimnya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server </a:t>
            </a:r>
            <a:r>
              <a:rPr lang="en-US" dirty="0" err="1"/>
              <a:t>tanpa</a:t>
            </a:r>
            <a:r>
              <a:rPr lang="en-US" dirty="0"/>
              <a:t> </a:t>
            </a:r>
            <a:r>
              <a:rPr lang="en-US" dirty="0" err="1"/>
              <a:t>perlu</a:t>
            </a:r>
            <a:r>
              <a:rPr lang="en-US" dirty="0"/>
              <a:t> manual di SSMS.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220420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Azure </a:t>
            </a:r>
            <a:r>
              <a:rPr lang="en-US" b="1" dirty="0" smtClean="0"/>
              <a:t>Integration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336873"/>
            <a:ext cx="8435109" cy="3599316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Menghubungkan</a:t>
            </a:r>
            <a:r>
              <a:rPr lang="en-US" dirty="0"/>
              <a:t> SQL Server </a:t>
            </a:r>
            <a:r>
              <a:rPr lang="en-US" dirty="0" err="1"/>
              <a:t>dengan</a:t>
            </a:r>
            <a:r>
              <a:rPr lang="en-US" dirty="0"/>
              <a:t> cloud Microsoft Azure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penyimpanan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backup.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Perusahaan </a:t>
            </a:r>
            <a:r>
              <a:rPr lang="en-US" dirty="0" err="1"/>
              <a:t>menyimpan</a:t>
            </a:r>
            <a:r>
              <a:rPr lang="en-US" dirty="0"/>
              <a:t> backup database </a:t>
            </a:r>
            <a:r>
              <a:rPr lang="en-US" dirty="0" err="1"/>
              <a:t>harian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Azure agar </a:t>
            </a:r>
            <a:r>
              <a:rPr lang="en-US" dirty="0" err="1"/>
              <a:t>tetap</a:t>
            </a:r>
            <a:r>
              <a:rPr lang="en-US" dirty="0"/>
              <a:t> </a:t>
            </a:r>
            <a:r>
              <a:rPr lang="en-US" dirty="0" err="1"/>
              <a:t>aman</a:t>
            </a:r>
            <a:r>
              <a:rPr lang="en-US" dirty="0"/>
              <a:t> </a:t>
            </a:r>
            <a:r>
              <a:rPr lang="en-US" dirty="0" err="1"/>
              <a:t>jika</a:t>
            </a:r>
            <a:r>
              <a:rPr lang="en-US" dirty="0"/>
              <a:t> server </a:t>
            </a:r>
            <a:r>
              <a:rPr lang="en-US" dirty="0" err="1"/>
              <a:t>lokal</a:t>
            </a:r>
            <a:r>
              <a:rPr lang="en-US" dirty="0"/>
              <a:t> </a:t>
            </a:r>
            <a:r>
              <a:rPr lang="en-US" dirty="0" err="1"/>
              <a:t>rusak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terkena</a:t>
            </a:r>
            <a:r>
              <a:rPr lang="en-US" dirty="0"/>
              <a:t> </a:t>
            </a:r>
            <a:r>
              <a:rPr lang="en-US" dirty="0" err="1"/>
              <a:t>bencana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68825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SQL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SSMS</a:t>
            </a:r>
          </a:p>
          <a:p>
            <a:r>
              <a:t>• T-SQL</a:t>
            </a:r>
          </a:p>
          <a:p>
            <a:r>
              <a:t>• SQL Server Agent</a:t>
            </a:r>
          </a:p>
          <a:p>
            <a:r>
              <a:t>• SQL Server Profiler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SSMS (SQL Server Management Studio</a:t>
            </a:r>
            <a:r>
              <a:rPr lang="en-US" b="1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336873"/>
            <a:ext cx="8250382" cy="3599316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Aplikasi</a:t>
            </a:r>
            <a:r>
              <a:rPr lang="en-US" dirty="0"/>
              <a:t> </a:t>
            </a:r>
            <a:r>
              <a:rPr lang="en-US" dirty="0" err="1"/>
              <a:t>berbasis</a:t>
            </a:r>
            <a:r>
              <a:rPr lang="en-US" dirty="0"/>
              <a:t> GUI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mengelola</a:t>
            </a:r>
            <a:r>
              <a:rPr lang="en-US" dirty="0"/>
              <a:t> database SQL Server (</a:t>
            </a:r>
            <a:r>
              <a:rPr lang="en-US" dirty="0" err="1"/>
              <a:t>buat</a:t>
            </a:r>
            <a:r>
              <a:rPr lang="en-US" dirty="0"/>
              <a:t> database, </a:t>
            </a:r>
            <a:r>
              <a:rPr lang="en-US" dirty="0" err="1"/>
              <a:t>tabel</a:t>
            </a:r>
            <a:r>
              <a:rPr lang="en-US" dirty="0"/>
              <a:t>, user, </a:t>
            </a:r>
            <a:r>
              <a:rPr lang="en-US" dirty="0" err="1"/>
              <a:t>dll</a:t>
            </a:r>
            <a:r>
              <a:rPr lang="en-US" dirty="0"/>
              <a:t>).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Admin database </a:t>
            </a:r>
            <a:r>
              <a:rPr lang="en-US" dirty="0" err="1"/>
              <a:t>membuat</a:t>
            </a:r>
            <a:r>
              <a:rPr lang="en-US" dirty="0"/>
              <a:t> database </a:t>
            </a:r>
            <a:r>
              <a:rPr lang="en-US" dirty="0" err="1"/>
              <a:t>baru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</a:t>
            </a:r>
            <a:r>
              <a:rPr lang="en-US" dirty="0" err="1"/>
              <a:t>kampus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SSMS </a:t>
            </a:r>
            <a:r>
              <a:rPr lang="en-US" dirty="0" err="1"/>
              <a:t>tanpa</a:t>
            </a:r>
            <a:r>
              <a:rPr lang="en-US" dirty="0"/>
              <a:t> </a:t>
            </a:r>
            <a:r>
              <a:rPr lang="en-US" dirty="0" err="1"/>
              <a:t>perlu</a:t>
            </a:r>
            <a:r>
              <a:rPr lang="en-US" dirty="0"/>
              <a:t> </a:t>
            </a:r>
            <a:r>
              <a:rPr lang="en-US" dirty="0" err="1"/>
              <a:t>mengetik</a:t>
            </a:r>
            <a:r>
              <a:rPr lang="en-US" dirty="0"/>
              <a:t> </a:t>
            </a:r>
            <a:r>
              <a:rPr lang="en-US" dirty="0" err="1"/>
              <a:t>perintah</a:t>
            </a:r>
            <a:r>
              <a:rPr lang="en-US" dirty="0"/>
              <a:t> manual.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402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T-SQL (Transact-SQL</a:t>
            </a:r>
            <a:r>
              <a:rPr lang="en-US" b="1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336873"/>
            <a:ext cx="8213436" cy="3599316"/>
          </a:xfrm>
        </p:spPr>
        <p:txBody>
          <a:bodyPr/>
          <a:lstStyle/>
          <a:p>
            <a:pPr marL="0" indent="0">
              <a:buNone/>
            </a:pPr>
            <a:r>
              <a:rPr lang="es-ES" dirty="0" err="1"/>
              <a:t>Bahasa</a:t>
            </a:r>
            <a:r>
              <a:rPr lang="es-ES" dirty="0"/>
              <a:t> </a:t>
            </a:r>
            <a:r>
              <a:rPr lang="es-ES" dirty="0" err="1"/>
              <a:t>query</a:t>
            </a:r>
            <a:r>
              <a:rPr lang="es-ES" dirty="0"/>
              <a:t> yang </a:t>
            </a:r>
            <a:r>
              <a:rPr lang="es-ES" dirty="0" err="1"/>
              <a:t>digunakan</a:t>
            </a:r>
            <a:r>
              <a:rPr lang="es-ES" dirty="0"/>
              <a:t> </a:t>
            </a:r>
            <a:r>
              <a:rPr lang="es-ES" dirty="0" err="1"/>
              <a:t>untuk</a:t>
            </a:r>
            <a:r>
              <a:rPr lang="es-ES" dirty="0"/>
              <a:t> </a:t>
            </a:r>
            <a:r>
              <a:rPr lang="es-ES" dirty="0" err="1"/>
              <a:t>mengakses</a:t>
            </a:r>
            <a:r>
              <a:rPr lang="es-ES" dirty="0"/>
              <a:t>, </a:t>
            </a:r>
            <a:r>
              <a:rPr lang="es-ES" dirty="0" err="1"/>
              <a:t>mengelola</a:t>
            </a:r>
            <a:r>
              <a:rPr lang="es-ES" dirty="0"/>
              <a:t>, dan </a:t>
            </a:r>
            <a:r>
              <a:rPr lang="es-ES" dirty="0" err="1"/>
              <a:t>memanipulasi</a:t>
            </a:r>
            <a:r>
              <a:rPr lang="es-ES" dirty="0"/>
              <a:t> data di SQL Server.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/>
              <a:t>Programmer </a:t>
            </a:r>
            <a:r>
              <a:rPr lang="en-US" dirty="0" err="1"/>
              <a:t>menampilkan</a:t>
            </a:r>
            <a:r>
              <a:rPr lang="en-US" dirty="0"/>
              <a:t> data </a:t>
            </a:r>
            <a:r>
              <a:rPr lang="en-US" dirty="0" err="1"/>
              <a:t>mahasiswa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query</a:t>
            </a:r>
          </a:p>
        </p:txBody>
      </p:sp>
    </p:spTree>
    <p:extLst>
      <p:ext uri="{BB962C8B-B14F-4D97-AF65-F5344CB8AC3E}">
        <p14:creationId xmlns:p14="http://schemas.microsoft.com/office/powerpoint/2010/main" val="52669612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SQL Server </a:t>
            </a:r>
            <a:r>
              <a:rPr lang="en-US" b="1" dirty="0" smtClean="0"/>
              <a:t>Agent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336873"/>
            <a:ext cx="8185727" cy="3599316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Fitur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menjalankan</a:t>
            </a:r>
            <a:r>
              <a:rPr lang="en-US" dirty="0"/>
              <a:t> </a:t>
            </a:r>
            <a:r>
              <a:rPr lang="en-US" dirty="0" err="1"/>
              <a:t>tugas</a:t>
            </a:r>
            <a:r>
              <a:rPr lang="en-US" dirty="0"/>
              <a:t> </a:t>
            </a:r>
            <a:r>
              <a:rPr lang="en-US" dirty="0" err="1"/>
              <a:t>otomatis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backup database, scheduling job, </a:t>
            </a:r>
            <a:r>
              <a:rPr lang="en-US" dirty="0" err="1"/>
              <a:t>dan</a:t>
            </a:r>
            <a:r>
              <a:rPr lang="en-US" dirty="0"/>
              <a:t> maintenance.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sv-SE" dirty="0"/>
              <a:t>Database di-backup otomatis setiap malam jam 12 tanpa perlu dijalankan manual oleh admin.</a:t>
            </a:r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95433781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SQL Server </a:t>
            </a:r>
            <a:r>
              <a:rPr lang="en-US" b="1" dirty="0" smtClean="0"/>
              <a:t>Profiler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336873"/>
            <a:ext cx="8241145" cy="359931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Tools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memantau</a:t>
            </a:r>
            <a:r>
              <a:rPr lang="en-US" dirty="0"/>
              <a:t> </a:t>
            </a:r>
            <a:r>
              <a:rPr lang="en-US" dirty="0" err="1"/>
              <a:t>aktivitas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kinerja</a:t>
            </a:r>
            <a:r>
              <a:rPr lang="en-US" dirty="0"/>
              <a:t> SQL Server </a:t>
            </a:r>
            <a:r>
              <a:rPr lang="en-US" dirty="0" err="1"/>
              <a:t>secara</a:t>
            </a:r>
            <a:r>
              <a:rPr lang="en-US" dirty="0"/>
              <a:t> real-time.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Admin </a:t>
            </a:r>
            <a:r>
              <a:rPr lang="en-US" dirty="0" err="1"/>
              <a:t>mengecek</a:t>
            </a:r>
            <a:r>
              <a:rPr lang="en-US" dirty="0"/>
              <a:t> query yang </a:t>
            </a:r>
            <a:r>
              <a:rPr lang="en-US" dirty="0" err="1"/>
              <a:t>lambat</a:t>
            </a:r>
            <a:r>
              <a:rPr lang="en-US" dirty="0"/>
              <a:t> di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mengetahui</a:t>
            </a:r>
            <a:r>
              <a:rPr lang="en-US" dirty="0"/>
              <a:t> </a:t>
            </a:r>
            <a:r>
              <a:rPr lang="en-US" dirty="0" err="1"/>
              <a:t>penyebab</a:t>
            </a:r>
            <a:r>
              <a:rPr lang="en-US" dirty="0"/>
              <a:t> </a:t>
            </a:r>
            <a:r>
              <a:rPr lang="en-US" dirty="0" err="1"/>
              <a:t>performa</a:t>
            </a:r>
            <a:r>
              <a:rPr lang="en-US" dirty="0"/>
              <a:t> </a:t>
            </a:r>
            <a:r>
              <a:rPr lang="en-US" dirty="0" err="1"/>
              <a:t>menurun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23492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Fitur SSMS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Databases</a:t>
            </a:r>
          </a:p>
          <a:p>
            <a:pPr marL="0" indent="0">
              <a:buNone/>
            </a:pPr>
            <a:r>
              <a:rPr dirty="0"/>
              <a:t>• Security</a:t>
            </a:r>
          </a:p>
          <a:p>
            <a:pPr marL="0" indent="0">
              <a:buNone/>
            </a:pPr>
            <a:r>
              <a:rPr dirty="0"/>
              <a:t>• Server Objects</a:t>
            </a:r>
          </a:p>
          <a:p>
            <a:pPr marL="0" indent="0">
              <a:buNone/>
            </a:pPr>
            <a:r>
              <a:rPr dirty="0"/>
              <a:t>• Replication</a:t>
            </a:r>
          </a:p>
          <a:p>
            <a:pPr marL="0" indent="0">
              <a:buNone/>
            </a:pPr>
            <a:r>
              <a:rPr dirty="0"/>
              <a:t>• Management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48</TotalTime>
  <Words>385</Words>
  <Application>Microsoft Office PowerPoint</Application>
  <PresentationFormat>On-screen Show (4:3)</PresentationFormat>
  <Paragraphs>57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Trebuchet MS</vt:lpstr>
      <vt:lpstr>Berlin</vt:lpstr>
      <vt:lpstr>Introduction to SQL Server</vt:lpstr>
      <vt:lpstr>Administrasi SQL Server</vt:lpstr>
      <vt:lpstr>In-Memory OLTP</vt:lpstr>
      <vt:lpstr>Buffer Pool Extension</vt:lpstr>
      <vt:lpstr>Always On</vt:lpstr>
      <vt:lpstr>SSDT(SQL Server Data Tools)</vt:lpstr>
      <vt:lpstr>Azure Integration</vt:lpstr>
      <vt:lpstr>Tools SQL Server</vt:lpstr>
      <vt:lpstr>SSMS (SQL Server Management Studio)</vt:lpstr>
      <vt:lpstr>T-SQL (Transact-SQL)</vt:lpstr>
      <vt:lpstr>SQL Server Agent</vt:lpstr>
      <vt:lpstr>SQL Server Profiler</vt:lpstr>
      <vt:lpstr>Fitur SSMS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SQL Server 2014</dc:title>
  <dc:subject/>
  <dc:creator/>
  <cp:keywords/>
  <dc:description>generated using python-pptx</dc:description>
  <cp:lastModifiedBy>Glenn Eirren</cp:lastModifiedBy>
  <cp:revision>5</cp:revision>
  <dcterms:created xsi:type="dcterms:W3CDTF">2013-01-27T09:14:16Z</dcterms:created>
  <dcterms:modified xsi:type="dcterms:W3CDTF">2026-04-13T13:38:50Z</dcterms:modified>
  <cp:category/>
</cp:coreProperties>
</file>