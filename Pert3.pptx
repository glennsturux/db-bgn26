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550" y="1691640"/>
            <a:ext cx="8825658" cy="3329581"/>
          </a:xfrm>
        </p:spPr>
        <p:txBody>
          <a:bodyPr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JOINING TABLE AND 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SUBQUERY 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27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lin Sans FB" panose="020E0602020502020306" pitchFamily="34" charset="0"/>
              </a:rPr>
              <a:t>SQL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1761436"/>
          </a:xfrm>
        </p:spPr>
        <p:txBody>
          <a:bodyPr/>
          <a:lstStyle/>
          <a:p>
            <a:r>
              <a:rPr lang="en-US" sz="2400" dirty="0">
                <a:latin typeface="Berlin Sans FB" panose="020E0602020502020306" pitchFamily="34" charset="0"/>
              </a:rPr>
              <a:t>JOIN </a:t>
            </a:r>
            <a:r>
              <a:rPr lang="en-US" sz="2400" dirty="0" err="1">
                <a:latin typeface="Berlin Sans FB" panose="020E0602020502020306" pitchFamily="34" charset="0"/>
              </a:rPr>
              <a:t>digunakan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untuk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menggabungkan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baris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dua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atau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lebih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berdasarkan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kolom</a:t>
            </a:r>
            <a:r>
              <a:rPr lang="en-US" sz="2400" dirty="0">
                <a:latin typeface="Berlin Sans FB" panose="020E0602020502020306" pitchFamily="34" charset="0"/>
              </a:rPr>
              <a:t> yang </a:t>
            </a:r>
            <a:r>
              <a:rPr lang="en-US" sz="2400" dirty="0" err="1">
                <a:latin typeface="Berlin Sans FB" panose="020E0602020502020306" pitchFamily="34" charset="0"/>
              </a:rPr>
              <a:t>saling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berhubungan</a:t>
            </a:r>
            <a:r>
              <a:rPr lang="en-US" sz="2400" dirty="0">
                <a:latin typeface="Berlin Sans FB" panose="020E0602020502020306" pitchFamily="34" charset="0"/>
              </a:rPr>
              <a:t>.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SQL JOIN </a:t>
            </a:r>
            <a:r>
              <a:rPr lang="en-US" sz="2400" dirty="0" err="1">
                <a:latin typeface="Berlin Sans FB" panose="020E0602020502020306" pitchFamily="34" charset="0"/>
              </a:rPr>
              <a:t>menggabungkan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beberapa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menghasilkan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kumpulan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baru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dalam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sementara</a:t>
            </a:r>
            <a:r>
              <a:rPr lang="en-US" sz="2400" dirty="0">
                <a:latin typeface="Berlin Sans FB" panose="020E0602020502020306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190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erlin Sans FB" panose="020E0602020502020306" pitchFamily="34" charset="0"/>
              </a:rPr>
              <a:t>Jenis-jenis</a:t>
            </a:r>
            <a:r>
              <a:rPr lang="en-US" dirty="0">
                <a:latin typeface="Berlin Sans FB" panose="020E0602020502020306" pitchFamily="34" charset="0"/>
              </a:rPr>
              <a:t> SQL </a:t>
            </a:r>
            <a:r>
              <a:rPr lang="en-US" dirty="0" smtClean="0">
                <a:latin typeface="Berlin Sans FB" panose="020E0602020502020306" pitchFamily="34" charset="0"/>
              </a:rPr>
              <a:t>JOIN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696" y="2174838"/>
            <a:ext cx="3311934" cy="189206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JOIN (INNER)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LEFT (OUTER) JOIN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RIGHT (OUTER) JOIN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FULL (OUTER) JOIN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61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lin Sans FB" panose="020E0602020502020306" pitchFamily="34" charset="0"/>
              </a:rPr>
              <a:t>SQL INNER </a:t>
            </a:r>
            <a:r>
              <a:rPr lang="en-US" dirty="0" smtClean="0">
                <a:latin typeface="Berlin Sans FB" panose="020E0602020502020306" pitchFamily="34" charset="0"/>
              </a:rPr>
              <a:t>JOIN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5133" y="2230436"/>
            <a:ext cx="91466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lang="en-US" altLang="en-US" sz="2400" dirty="0">
                <a:latin typeface="Berlin Sans FB" panose="020E0602020502020306" pitchFamily="34" charset="0"/>
              </a:rPr>
              <a:t>INNER JOIN </a:t>
            </a:r>
            <a:r>
              <a:rPr lang="en-US" altLang="en-US" sz="2400" dirty="0" err="1">
                <a:latin typeface="Berlin Sans FB" panose="020E0602020502020306" pitchFamily="34" charset="0"/>
              </a:rPr>
              <a:t>digunakan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untuk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mengambil</a:t>
            </a:r>
            <a:r>
              <a:rPr lang="en-US" altLang="en-US" sz="2400" dirty="0">
                <a:latin typeface="Berlin Sans FB" panose="020E0602020502020306" pitchFamily="34" charset="0"/>
              </a:rPr>
              <a:t> data yang </a:t>
            </a:r>
            <a:r>
              <a:rPr lang="en-US" altLang="en-US" sz="2400" dirty="0" err="1">
                <a:latin typeface="Berlin Sans FB" panose="020E0602020502020306" pitchFamily="34" charset="0"/>
              </a:rPr>
              <a:t>memiliki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nilai</a:t>
            </a:r>
            <a:r>
              <a:rPr lang="en-US" altLang="en-US" sz="2400" dirty="0">
                <a:latin typeface="Berlin Sans FB" panose="020E0602020502020306" pitchFamily="34" charset="0"/>
              </a:rPr>
              <a:t> yang </a:t>
            </a:r>
            <a:r>
              <a:rPr lang="en-US" altLang="en-US" sz="2400" dirty="0" err="1">
                <a:latin typeface="Berlin Sans FB" panose="020E0602020502020306" pitchFamily="34" charset="0"/>
              </a:rPr>
              <a:t>sama</a:t>
            </a:r>
            <a:r>
              <a:rPr lang="en-US" altLang="en-US" sz="2400" dirty="0">
                <a:latin typeface="Berlin Sans FB" panose="020E0602020502020306" pitchFamily="34" charset="0"/>
              </a:rPr>
              <a:t> di </a:t>
            </a:r>
            <a:r>
              <a:rPr lang="en-US" altLang="en-US" sz="2400" dirty="0" err="1">
                <a:latin typeface="Berlin Sans FB" panose="020E0602020502020306" pitchFamily="34" charset="0"/>
              </a:rPr>
              <a:t>kedua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tabel</a:t>
            </a:r>
            <a:r>
              <a:rPr lang="en-US" altLang="en-US" sz="2400" dirty="0">
                <a:latin typeface="Berlin Sans FB" panose="020E0602020502020306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lang="en-US" altLang="en-US" sz="2400" dirty="0">
                <a:latin typeface="Berlin Sans FB" panose="020E0602020502020306" pitchFamily="34" charset="0"/>
              </a:rPr>
              <a:t>INNER JOIN </a:t>
            </a:r>
            <a:r>
              <a:rPr lang="en-US" altLang="en-US" sz="2400" dirty="0" err="1">
                <a:latin typeface="Berlin Sans FB" panose="020E0602020502020306" pitchFamily="34" charset="0"/>
              </a:rPr>
              <a:t>akan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menampilkan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semua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baris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dari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kedua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tabel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selama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ada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kecocokan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antar</a:t>
            </a:r>
            <a:r>
              <a:rPr lang="en-US" altLang="en-US" sz="2400" dirty="0">
                <a:latin typeface="Berlin Sans FB" panose="020E0602020502020306" pitchFamily="34" charset="0"/>
              </a:rPr>
              <a:t> </a:t>
            </a:r>
            <a:r>
              <a:rPr lang="en-US" altLang="en-US" sz="2400" dirty="0" err="1">
                <a:latin typeface="Berlin Sans FB" panose="020E0602020502020306" pitchFamily="34" charset="0"/>
              </a:rPr>
              <a:t>kolom</a:t>
            </a:r>
            <a:r>
              <a:rPr lang="en-US" altLang="en-US" sz="2400" dirty="0">
                <a:latin typeface="Berlin Sans FB" panose="020E0602020502020306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737413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421" y="325727"/>
            <a:ext cx="702090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874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2608"/>
          </a:xfrm>
        </p:spPr>
        <p:txBody>
          <a:bodyPr/>
          <a:lstStyle/>
          <a:p>
            <a:r>
              <a:rPr lang="en-US" dirty="0">
                <a:latin typeface="Berlin Sans FB" panose="020E0602020502020306" pitchFamily="34" charset="0"/>
              </a:rPr>
              <a:t>SQL LEFT </a:t>
            </a:r>
            <a:r>
              <a:rPr lang="en-US" dirty="0" smtClean="0">
                <a:latin typeface="Berlin Sans FB" panose="020E0602020502020306" pitchFamily="34" charset="0"/>
              </a:rPr>
              <a:t>JOIN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892065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rlin Sans FB" panose="020E0602020502020306" pitchFamily="34" charset="0"/>
              </a:rPr>
              <a:t>LEFT </a:t>
            </a:r>
            <a:r>
              <a:rPr lang="en-US" sz="2400" dirty="0">
                <a:latin typeface="Berlin Sans FB" panose="020E0602020502020306" pitchFamily="34" charset="0"/>
              </a:rPr>
              <a:t>JOIN </a:t>
            </a:r>
            <a:r>
              <a:rPr lang="en-US" sz="2400" dirty="0" err="1">
                <a:latin typeface="Berlin Sans FB" panose="020E0602020502020306" pitchFamily="34" charset="0"/>
              </a:rPr>
              <a:t>menampilkan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semua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kiri</a:t>
            </a:r>
            <a:r>
              <a:rPr lang="en-US" sz="2400" dirty="0">
                <a:latin typeface="Berlin Sans FB" panose="020E0602020502020306" pitchFamily="34" charset="0"/>
              </a:rPr>
              <a:t>, </a:t>
            </a:r>
            <a:r>
              <a:rPr lang="en-US" sz="2400" dirty="0" err="1">
                <a:latin typeface="Berlin Sans FB" panose="020E0602020502020306" pitchFamily="34" charset="0"/>
              </a:rPr>
              <a:t>dan</a:t>
            </a:r>
            <a:r>
              <a:rPr lang="en-US" sz="2400" dirty="0">
                <a:latin typeface="Berlin Sans FB" panose="020E0602020502020306" pitchFamily="34" charset="0"/>
              </a:rPr>
              <a:t> data yang </a:t>
            </a:r>
            <a:r>
              <a:rPr lang="en-US" sz="2400" dirty="0" err="1">
                <a:latin typeface="Berlin Sans FB" panose="020E0602020502020306" pitchFamily="34" charset="0"/>
              </a:rPr>
              <a:t>cocok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kanan</a:t>
            </a:r>
            <a:r>
              <a:rPr lang="en-US" sz="2400" dirty="0">
                <a:latin typeface="Berlin Sans FB" panose="020E0602020502020306" pitchFamily="34" charset="0"/>
              </a:rPr>
              <a:t>. </a:t>
            </a:r>
          </a:p>
          <a:p>
            <a:r>
              <a:rPr lang="en-US" sz="2400" dirty="0" err="1">
                <a:latin typeface="Berlin Sans FB" panose="020E0602020502020306" pitchFamily="34" charset="0"/>
              </a:rPr>
              <a:t>Jika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tidak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</a:t>
            </a:r>
            <a:r>
              <a:rPr lang="en-US" sz="2400" dirty="0">
                <a:latin typeface="Berlin Sans FB" panose="020E0602020502020306" pitchFamily="34" charset="0"/>
              </a:rPr>
              <a:t> data yang </a:t>
            </a:r>
            <a:r>
              <a:rPr lang="en-US" sz="2400" dirty="0" err="1">
                <a:latin typeface="Berlin Sans FB" panose="020E0602020502020306" pitchFamily="34" charset="0"/>
              </a:rPr>
              <a:t>cocok</a:t>
            </a:r>
            <a:r>
              <a:rPr lang="en-US" sz="2400" dirty="0">
                <a:latin typeface="Berlin Sans FB" panose="020E0602020502020306" pitchFamily="34" charset="0"/>
              </a:rPr>
              <a:t>, </a:t>
            </a:r>
            <a:r>
              <a:rPr lang="en-US" sz="2400" dirty="0" err="1">
                <a:latin typeface="Berlin Sans FB" panose="020E0602020502020306" pitchFamily="34" charset="0"/>
              </a:rPr>
              <a:t>maka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bagian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kanan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bernilai</a:t>
            </a:r>
            <a:r>
              <a:rPr lang="en-US" sz="2400" dirty="0">
                <a:latin typeface="Berlin Sans FB" panose="020E0602020502020306" pitchFamily="34" charset="0"/>
              </a:rPr>
              <a:t> NULL.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9451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84" y="323416"/>
            <a:ext cx="7030431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434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lin Sans FB" panose="020E0602020502020306" pitchFamily="34" charset="0"/>
              </a:rPr>
              <a:t>SQL RIGHT </a:t>
            </a:r>
            <a:r>
              <a:rPr lang="en-US" dirty="0" smtClean="0">
                <a:latin typeface="Berlin Sans FB" panose="020E0602020502020306" pitchFamily="34" charset="0"/>
              </a:rPr>
              <a:t>JOIN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0918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Berlin Sans FB" panose="020E0602020502020306" pitchFamily="34" charset="0"/>
              </a:rPr>
              <a:t>RIGHT </a:t>
            </a:r>
            <a:r>
              <a:rPr lang="en-US" sz="2400" dirty="0">
                <a:latin typeface="Berlin Sans FB" panose="020E0602020502020306" pitchFamily="34" charset="0"/>
              </a:rPr>
              <a:t>JOIN </a:t>
            </a:r>
            <a:r>
              <a:rPr lang="en-US" sz="2400" dirty="0" err="1">
                <a:latin typeface="Berlin Sans FB" panose="020E0602020502020306" pitchFamily="34" charset="0"/>
              </a:rPr>
              <a:t>menampilkan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semua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kanan</a:t>
            </a:r>
            <a:r>
              <a:rPr lang="en-US" sz="2400" dirty="0">
                <a:latin typeface="Berlin Sans FB" panose="020E0602020502020306" pitchFamily="34" charset="0"/>
              </a:rPr>
              <a:t>, </a:t>
            </a:r>
            <a:r>
              <a:rPr lang="en-US" sz="2400" dirty="0" err="1">
                <a:latin typeface="Berlin Sans FB" panose="020E0602020502020306" pitchFamily="34" charset="0"/>
              </a:rPr>
              <a:t>dan</a:t>
            </a:r>
            <a:r>
              <a:rPr lang="en-US" sz="2400" dirty="0">
                <a:latin typeface="Berlin Sans FB" panose="020E0602020502020306" pitchFamily="34" charset="0"/>
              </a:rPr>
              <a:t> data yang </a:t>
            </a:r>
            <a:r>
              <a:rPr lang="en-US" sz="2400" dirty="0" err="1">
                <a:latin typeface="Berlin Sans FB" panose="020E0602020502020306" pitchFamily="34" charset="0"/>
              </a:rPr>
              <a:t>cocok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kiri</a:t>
            </a:r>
            <a:r>
              <a:rPr lang="en-US" sz="2400" dirty="0">
                <a:latin typeface="Berlin Sans FB" panose="020E0602020502020306" pitchFamily="34" charset="0"/>
              </a:rPr>
              <a:t>. </a:t>
            </a:r>
          </a:p>
          <a:p>
            <a:r>
              <a:rPr lang="en-US" sz="2400" dirty="0" err="1">
                <a:latin typeface="Berlin Sans FB" panose="020E0602020502020306" pitchFamily="34" charset="0"/>
              </a:rPr>
              <a:t>Jika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tidak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kecocokan</a:t>
            </a:r>
            <a:r>
              <a:rPr lang="en-US" sz="2400" dirty="0">
                <a:latin typeface="Berlin Sans FB" panose="020E0602020502020306" pitchFamily="34" charset="0"/>
              </a:rPr>
              <a:t>, </a:t>
            </a:r>
            <a:r>
              <a:rPr lang="en-US" sz="2400" dirty="0" err="1">
                <a:latin typeface="Berlin Sans FB" panose="020E0602020502020306" pitchFamily="34" charset="0"/>
              </a:rPr>
              <a:t>maka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bagian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dari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kiri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bernilai</a:t>
            </a:r>
            <a:r>
              <a:rPr lang="en-US" sz="2400" dirty="0">
                <a:latin typeface="Berlin Sans FB" panose="020E0602020502020306" pitchFamily="34" charset="0"/>
              </a:rPr>
              <a:t> NULL.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64640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92" y="408336"/>
            <a:ext cx="7049484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078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FULL </a:t>
            </a:r>
            <a:r>
              <a:rPr lang="en-US" b="1" dirty="0" smtClean="0"/>
              <a:t>JOIN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177885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Berlin Sans FB" panose="020E0602020502020306" pitchFamily="34" charset="0"/>
              </a:rPr>
              <a:t>FULL </a:t>
            </a:r>
            <a:r>
              <a:rPr lang="en-US" sz="2400" dirty="0">
                <a:latin typeface="Berlin Sans FB" panose="020E0602020502020306" pitchFamily="34" charset="0"/>
              </a:rPr>
              <a:t>JOIN </a:t>
            </a:r>
            <a:r>
              <a:rPr lang="en-US" sz="2400" dirty="0" err="1">
                <a:latin typeface="Berlin Sans FB" panose="020E0602020502020306" pitchFamily="34" charset="0"/>
              </a:rPr>
              <a:t>menampilkan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semua</a:t>
            </a:r>
            <a:r>
              <a:rPr lang="en-US" sz="2400" dirty="0">
                <a:latin typeface="Berlin Sans FB" panose="020E0602020502020306" pitchFamily="34" charset="0"/>
              </a:rPr>
              <a:t> data </a:t>
            </a:r>
            <a:r>
              <a:rPr lang="en-US" sz="2400" dirty="0" err="1">
                <a:latin typeface="Berlin Sans FB" panose="020E0602020502020306" pitchFamily="34" charset="0"/>
              </a:rPr>
              <a:t>jika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kecocokan</a:t>
            </a:r>
            <a:r>
              <a:rPr lang="en-US" sz="2400" dirty="0">
                <a:latin typeface="Berlin Sans FB" panose="020E0602020502020306" pitchFamily="34" charset="0"/>
              </a:rPr>
              <a:t> di </a:t>
            </a:r>
            <a:r>
              <a:rPr lang="en-US" sz="2400" dirty="0" err="1">
                <a:latin typeface="Berlin Sans FB" panose="020E0602020502020306" pitchFamily="34" charset="0"/>
              </a:rPr>
              <a:t>tabel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kiri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maupun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kanan</a:t>
            </a:r>
            <a:r>
              <a:rPr lang="en-US" sz="2400" dirty="0">
                <a:latin typeface="Berlin Sans FB" panose="020E0602020502020306" pitchFamily="34" charset="0"/>
              </a:rPr>
              <a:t>. </a:t>
            </a:r>
          </a:p>
          <a:p>
            <a:r>
              <a:rPr lang="en-US" sz="2400" dirty="0" err="1">
                <a:latin typeface="Berlin Sans FB" panose="020E0602020502020306" pitchFamily="34" charset="0"/>
              </a:rPr>
              <a:t>Jika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tidak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ada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kecocokan</a:t>
            </a:r>
            <a:r>
              <a:rPr lang="en-US" sz="2400" dirty="0">
                <a:latin typeface="Berlin Sans FB" panose="020E0602020502020306" pitchFamily="34" charset="0"/>
              </a:rPr>
              <a:t>, </a:t>
            </a:r>
            <a:r>
              <a:rPr lang="en-US" sz="2400" dirty="0" err="1">
                <a:latin typeface="Berlin Sans FB" panose="020E0602020502020306" pitchFamily="34" charset="0"/>
              </a:rPr>
              <a:t>maka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bagian</a:t>
            </a:r>
            <a:r>
              <a:rPr lang="en-US" sz="2400" dirty="0">
                <a:latin typeface="Berlin Sans FB" panose="020E0602020502020306" pitchFamily="34" charset="0"/>
              </a:rPr>
              <a:t> yang </a:t>
            </a:r>
            <a:r>
              <a:rPr lang="en-US" sz="2400" dirty="0" err="1">
                <a:latin typeface="Berlin Sans FB" panose="020E0602020502020306" pitchFamily="34" charset="0"/>
              </a:rPr>
              <a:t>tidak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cocok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bernilai</a:t>
            </a:r>
            <a:r>
              <a:rPr lang="en-US" sz="2400" dirty="0">
                <a:latin typeface="Berlin Sans FB" panose="020E0602020502020306" pitchFamily="34" charset="0"/>
              </a:rPr>
              <a:t> NULL.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55151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261495"/>
            <a:ext cx="7125694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762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3568"/>
          </a:xfrm>
        </p:spPr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Subquery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378259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Berlin Sans FB" panose="020E0602020502020306" pitchFamily="34" charset="0"/>
              </a:rPr>
              <a:t>Subquery </a:t>
            </a:r>
            <a:r>
              <a:rPr lang="en-US" sz="2400" dirty="0" err="1">
                <a:latin typeface="Berlin Sans FB" panose="020E0602020502020306" pitchFamily="34" charset="0"/>
              </a:rPr>
              <a:t>adalah</a:t>
            </a:r>
            <a:r>
              <a:rPr lang="en-US" sz="2400" dirty="0">
                <a:latin typeface="Berlin Sans FB" panose="020E0602020502020306" pitchFamily="34" charset="0"/>
              </a:rPr>
              <a:t> query yang </a:t>
            </a:r>
            <a:r>
              <a:rPr lang="en-US" sz="2400" dirty="0" err="1">
                <a:latin typeface="Berlin Sans FB" panose="020E0602020502020306" pitchFamily="34" charset="0"/>
              </a:rPr>
              <a:t>berada</a:t>
            </a:r>
            <a:r>
              <a:rPr lang="en-US" sz="2400" dirty="0">
                <a:latin typeface="Berlin Sans FB" panose="020E0602020502020306" pitchFamily="34" charset="0"/>
              </a:rPr>
              <a:t> di </a:t>
            </a:r>
            <a:r>
              <a:rPr lang="en-US" sz="2400" dirty="0" err="1">
                <a:latin typeface="Berlin Sans FB" panose="020E0602020502020306" pitchFamily="34" charset="0"/>
              </a:rPr>
              <a:t>dalam</a:t>
            </a:r>
            <a:r>
              <a:rPr lang="en-US" sz="2400" dirty="0">
                <a:latin typeface="Berlin Sans FB" panose="020E0602020502020306" pitchFamily="34" charset="0"/>
              </a:rPr>
              <a:t> query lain. </a:t>
            </a:r>
          </a:p>
          <a:p>
            <a:r>
              <a:rPr lang="en-US" sz="2400" dirty="0" err="1">
                <a:latin typeface="Berlin Sans FB" panose="020E0602020502020306" pitchFamily="34" charset="0"/>
              </a:rPr>
              <a:t>Digunakan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untuk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menghasilkan</a:t>
            </a:r>
            <a:r>
              <a:rPr lang="en-US" sz="2400" dirty="0">
                <a:latin typeface="Berlin Sans FB" panose="020E0602020502020306" pitchFamily="34" charset="0"/>
              </a:rPr>
              <a:t> data yang </a:t>
            </a:r>
            <a:r>
              <a:rPr lang="en-US" sz="2400" dirty="0" err="1">
                <a:latin typeface="Berlin Sans FB" panose="020E0602020502020306" pitchFamily="34" charset="0"/>
              </a:rPr>
              <a:t>akan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dipakai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latin typeface="Berlin Sans FB" panose="020E0602020502020306" pitchFamily="34" charset="0"/>
              </a:rPr>
              <a:t>oleh</a:t>
            </a:r>
            <a:r>
              <a:rPr lang="en-US" sz="2400" dirty="0">
                <a:latin typeface="Berlin Sans FB" panose="020E0602020502020306" pitchFamily="34" charset="0"/>
              </a:rPr>
              <a:t> query </a:t>
            </a:r>
            <a:r>
              <a:rPr lang="en-US" sz="2400" dirty="0" err="1">
                <a:latin typeface="Berlin Sans FB" panose="020E0602020502020306" pitchFamily="34" charset="0"/>
              </a:rPr>
              <a:t>utama</a:t>
            </a:r>
            <a:r>
              <a:rPr lang="en-US" sz="2400" dirty="0">
                <a:latin typeface="Berlin Sans FB" panose="020E0602020502020306" pitchFamily="34" charset="0"/>
              </a:rPr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08553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2119129"/>
            <a:ext cx="744006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93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90" y="865228"/>
            <a:ext cx="5187649" cy="50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0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221</Words>
  <Application>Microsoft Office PowerPoint</Application>
  <PresentationFormat>Widescreen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Berlin Sans FB</vt:lpstr>
      <vt:lpstr>Century Gothic</vt:lpstr>
      <vt:lpstr>Segoe UI</vt:lpstr>
      <vt:lpstr>Wingdings 3</vt:lpstr>
      <vt:lpstr>Ion</vt:lpstr>
      <vt:lpstr>JOINING TABLE AND  SUBQUERY </vt:lpstr>
      <vt:lpstr>SQL JOIN</vt:lpstr>
      <vt:lpstr>Jenis-jenis SQL JOIN</vt:lpstr>
      <vt:lpstr>SQL INNER JOIN</vt:lpstr>
      <vt:lpstr>PowerPoint Presentation</vt:lpstr>
      <vt:lpstr>SQL LEFT JOIN </vt:lpstr>
      <vt:lpstr>PowerPoint Presentation</vt:lpstr>
      <vt:lpstr>SQL RIGHT JOIN </vt:lpstr>
      <vt:lpstr>PowerPoint Presentation</vt:lpstr>
      <vt:lpstr>SQL FULL JOIN </vt:lpstr>
      <vt:lpstr>PowerPoint Presentation</vt:lpstr>
      <vt:lpstr>Subquery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JOINING TABLE AND  SUBQUERY</dc:title>
  <dc:creator>Glenn Eirren</dc:creator>
  <cp:lastModifiedBy>Glenn Eirren</cp:lastModifiedBy>
  <cp:revision>4</cp:revision>
  <dcterms:created xsi:type="dcterms:W3CDTF">2026-04-27T13:13:30Z</dcterms:created>
  <dcterms:modified xsi:type="dcterms:W3CDTF">2026-04-27T13:42:01Z</dcterms:modified>
</cp:coreProperties>
</file>