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9" r:id="rId1"/>
    <p:sldMasterId id="2147483953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01FF5E5-0B1F-4479-A84A-02383EF31379}">
          <p14:sldIdLst>
            <p14:sldId id="256"/>
          </p14:sldIdLst>
        </p14:section>
        <p14:section name="MATERI" id="{36B86899-53B5-41C1-AFED-A38009B41B19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ING" id="{61DD4F5E-BA66-4219-98E1-D1B0FF953AA9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27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00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35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7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4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76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9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4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2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90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400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4486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71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55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57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378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033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313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47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24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617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37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807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924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677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2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5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794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latin typeface="Trebuchet MS" panose="020B0603020202020204" pitchFamily="34" charset="0"/>
              </a:rPr>
              <a:t>DATABASE AND TABLES MANAGEMENT</a:t>
            </a:r>
          </a:p>
        </p:txBody>
      </p:sp>
    </p:spTree>
    <p:extLst>
      <p:ext uri="{BB962C8B-B14F-4D97-AF65-F5344CB8AC3E}">
        <p14:creationId xmlns:p14="http://schemas.microsoft.com/office/powerpoint/2010/main" val="394666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DDL (Data Definition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command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perintah-perintah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di database,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, </a:t>
            </a:r>
            <a:r>
              <a:rPr lang="en-US" dirty="0" err="1"/>
              <a:t>memodifikasi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database.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database.</a:t>
            </a:r>
          </a:p>
          <a:p>
            <a:endParaRPr lang="en-US" dirty="0"/>
          </a:p>
          <a:p>
            <a:r>
              <a:rPr lang="en-US" dirty="0" err="1" smtClean="0"/>
              <a:t>Contoh</a:t>
            </a:r>
            <a:r>
              <a:rPr lang="en-US" dirty="0" smtClean="0"/>
              <a:t> : CREATE, ALTER, DROP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30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DDL (Data Definition Language)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633008"/>
              </p:ext>
            </p:extLst>
          </p:nvPr>
        </p:nvGraphicFramePr>
        <p:xfrm>
          <a:off x="794250" y="2032000"/>
          <a:ext cx="9613900" cy="422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2078711842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3935437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Perintah</a:t>
                      </a:r>
                      <a:r>
                        <a:rPr lang="en-US" dirty="0" smtClean="0"/>
                        <a:t>(Command)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Fungsi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52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CREATE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membuat</a:t>
                      </a:r>
                      <a:r>
                        <a:rPr lang="en-US" dirty="0" smtClean="0"/>
                        <a:t> database </a:t>
                      </a:r>
                      <a:r>
                        <a:rPr lang="en-US" dirty="0" err="1" smtClean="0"/>
                        <a:t>atau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objeknya</a:t>
                      </a:r>
                      <a:r>
                        <a:rPr lang="en-US" dirty="0" smtClean="0"/>
                        <a:t> (</a:t>
                      </a:r>
                      <a:r>
                        <a:rPr lang="en-US" dirty="0" err="1" smtClean="0"/>
                        <a:t>seperti</a:t>
                      </a:r>
                      <a:r>
                        <a:rPr lang="en-US" dirty="0" smtClean="0"/>
                        <a:t> table, </a:t>
                      </a:r>
                      <a:r>
                        <a:rPr lang="en-US" dirty="0" err="1" smtClean="0"/>
                        <a:t>indeks</a:t>
                      </a:r>
                      <a:r>
                        <a:rPr lang="en-US" dirty="0" smtClean="0"/>
                        <a:t>, function, views, store procedure </a:t>
                      </a:r>
                      <a:r>
                        <a:rPr lang="en-US" dirty="0" err="1" smtClean="0"/>
                        <a:t>dan</a:t>
                      </a:r>
                      <a:r>
                        <a:rPr lang="en-US" dirty="0" smtClean="0"/>
                        <a:t> trigger)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235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DROP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menghapus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objek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dari</a:t>
                      </a:r>
                      <a:r>
                        <a:rPr lang="en-US" dirty="0" smtClean="0"/>
                        <a:t> database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1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ALTER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mengubah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struktur</a:t>
                      </a:r>
                      <a:r>
                        <a:rPr lang="en-US" dirty="0" smtClean="0"/>
                        <a:t> database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78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TRUNCATE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menghapus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semua</a:t>
                      </a:r>
                      <a:r>
                        <a:rPr lang="en-US" dirty="0" smtClean="0"/>
                        <a:t> record </a:t>
                      </a:r>
                      <a:r>
                        <a:rPr lang="en-US" dirty="0" err="1" smtClean="0"/>
                        <a:t>dari</a:t>
                      </a:r>
                      <a:r>
                        <a:rPr lang="en-US" dirty="0" smtClean="0"/>
                        <a:t> table, </a:t>
                      </a:r>
                      <a:r>
                        <a:rPr lang="en-US" dirty="0" err="1" smtClean="0"/>
                        <a:t>termasuk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semua</a:t>
                      </a:r>
                      <a:r>
                        <a:rPr lang="en-US" dirty="0" smtClean="0"/>
                        <a:t> space yang </a:t>
                      </a:r>
                      <a:r>
                        <a:rPr lang="en-US" dirty="0" err="1" smtClean="0"/>
                        <a:t>dialokasikan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semua</a:t>
                      </a:r>
                      <a:r>
                        <a:rPr lang="en-US" dirty="0" smtClean="0"/>
                        <a:t> record yang </a:t>
                      </a:r>
                      <a:r>
                        <a:rPr lang="en-US" dirty="0" err="1" smtClean="0"/>
                        <a:t>dihapus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61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COMMENT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menambahkan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komentar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database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8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mengganti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nama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objek</a:t>
                      </a:r>
                      <a:r>
                        <a:rPr lang="en-US" dirty="0" smtClean="0"/>
                        <a:t> yang </a:t>
                      </a:r>
                      <a:r>
                        <a:rPr lang="en-US" dirty="0" err="1" smtClean="0"/>
                        <a:t>ada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pada</a:t>
                      </a:r>
                      <a:r>
                        <a:rPr lang="en-US" dirty="0" smtClean="0"/>
                        <a:t> database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54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288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DML (</a:t>
            </a:r>
            <a:r>
              <a:rPr lang="en-US" sz="4000" b="1" dirty="0" smtClean="0"/>
              <a:t>Data Manipulation Language)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yang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proses </a:t>
            </a:r>
            <a:r>
              <a:rPr lang="en-US" dirty="0" err="1"/>
              <a:t>manipulasi</a:t>
            </a:r>
            <a:r>
              <a:rPr lang="en-US" dirty="0"/>
              <a:t> data yang </a:t>
            </a:r>
            <a:r>
              <a:rPr lang="en-US" dirty="0" err="1"/>
              <a:t>ada</a:t>
            </a:r>
            <a:r>
              <a:rPr lang="en-US" dirty="0"/>
              <a:t> di database, yang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statement SQL.</a:t>
            </a:r>
          </a:p>
          <a:p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/>
              <a:t> : INSERT, UPDATE, DELETE. </a:t>
            </a:r>
          </a:p>
        </p:txBody>
      </p:sp>
    </p:spTree>
    <p:extLst>
      <p:ext uri="{BB962C8B-B14F-4D97-AF65-F5344CB8AC3E}">
        <p14:creationId xmlns:p14="http://schemas.microsoft.com/office/powerpoint/2010/main" val="2422863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DML (Data Manipulation Language)</a:t>
            </a:r>
            <a:endParaRPr lang="en-US" sz="40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292484"/>
              </p:ext>
            </p:extLst>
          </p:nvPr>
        </p:nvGraphicFramePr>
        <p:xfrm>
          <a:off x="681038" y="2336800"/>
          <a:ext cx="96139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697311906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2170717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Perintah</a:t>
                      </a:r>
                      <a:r>
                        <a:rPr lang="en-US" dirty="0" smtClean="0"/>
                        <a:t>(Command)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Fungsi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74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INSERT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memasukkan</a:t>
                      </a:r>
                      <a:r>
                        <a:rPr lang="en-US" dirty="0" smtClean="0"/>
                        <a:t> data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dalam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tabel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83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UPDATE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memperbaharui</a:t>
                      </a:r>
                      <a:r>
                        <a:rPr lang="en-US" dirty="0" smtClean="0"/>
                        <a:t> data yang </a:t>
                      </a:r>
                      <a:r>
                        <a:rPr lang="en-US" dirty="0" err="1" smtClean="0"/>
                        <a:t>ada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pada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tabel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78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DELETE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menghapus</a:t>
                      </a:r>
                      <a:r>
                        <a:rPr lang="en-US" dirty="0" smtClean="0"/>
                        <a:t> record yang </a:t>
                      </a:r>
                      <a:r>
                        <a:rPr lang="en-US" dirty="0" err="1" smtClean="0"/>
                        <a:t>ada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pada</a:t>
                      </a:r>
                      <a:r>
                        <a:rPr lang="en-US" dirty="0" smtClean="0"/>
                        <a:t> table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22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LOCK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table control </a:t>
                      </a:r>
                      <a:r>
                        <a:rPr lang="en-US" dirty="0" err="1" smtClean="0"/>
                        <a:t>konkurensi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46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memanggil</a:t>
                      </a:r>
                      <a:r>
                        <a:rPr lang="en-US" dirty="0" smtClean="0"/>
                        <a:t> sub program PL/SQL </a:t>
                      </a:r>
                      <a:r>
                        <a:rPr lang="en-US" dirty="0" err="1" smtClean="0"/>
                        <a:t>atau</a:t>
                      </a:r>
                      <a:r>
                        <a:rPr lang="en-US" dirty="0" smtClean="0"/>
                        <a:t> JAVA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662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EXPLAIN PLAN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menjelaskan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jalur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akses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048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957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DCL </a:t>
            </a:r>
            <a:r>
              <a:rPr lang="en-US" sz="4000" b="1" dirty="0" smtClean="0"/>
              <a:t>(Data Control Language)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dasarnya</a:t>
            </a:r>
            <a:r>
              <a:rPr lang="en-US" dirty="0"/>
              <a:t>, </a:t>
            </a:r>
            <a:r>
              <a:rPr lang="en-US" dirty="0" err="1"/>
              <a:t>pernyataan</a:t>
            </a:r>
            <a:r>
              <a:rPr lang="en-US" dirty="0"/>
              <a:t> DCL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DML.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command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mengontrol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database (privilege)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user database.</a:t>
            </a:r>
          </a:p>
          <a:p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 smtClean="0"/>
              <a:t> : GRANT, REVOKE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0467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DCL (Data Control Language)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096597"/>
              </p:ext>
            </p:extLst>
          </p:nvPr>
        </p:nvGraphicFramePr>
        <p:xfrm>
          <a:off x="681038" y="2336800"/>
          <a:ext cx="96139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1585201626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3235868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Perintah</a:t>
                      </a:r>
                      <a:r>
                        <a:rPr lang="en-US" dirty="0" smtClean="0"/>
                        <a:t>(Command)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Fungsi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06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GRANT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memberi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pengguna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hak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akses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database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40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REVOKE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menarik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hak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akses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pengguna</a:t>
                      </a:r>
                      <a:r>
                        <a:rPr lang="en-US" dirty="0" smtClean="0"/>
                        <a:t> yang </a:t>
                      </a:r>
                      <a:r>
                        <a:rPr lang="en-US" dirty="0" err="1" smtClean="0"/>
                        <a:t>diberikan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dengan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perintah</a:t>
                      </a:r>
                      <a:r>
                        <a:rPr lang="en-US" dirty="0" smtClean="0"/>
                        <a:t> GRANT.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48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8955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096" y="894262"/>
            <a:ext cx="4529002" cy="45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568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35</TotalTime>
  <Words>282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Rockwell</vt:lpstr>
      <vt:lpstr>Trebuchet MS</vt:lpstr>
      <vt:lpstr>Berlin</vt:lpstr>
      <vt:lpstr>Gallery</vt:lpstr>
      <vt:lpstr>DATABASE AND TABLES MANAGEMENT</vt:lpstr>
      <vt:lpstr>DDL (Data Definition Language)</vt:lpstr>
      <vt:lpstr>DDL (Data Definition Language)</vt:lpstr>
      <vt:lpstr>DML (Data Manipulation Language)</vt:lpstr>
      <vt:lpstr>DML (Data Manipulation Language)</vt:lpstr>
      <vt:lpstr>DCL (Data Control Language)</vt:lpstr>
      <vt:lpstr>DCL (Data Control Language)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AND TABLES MANAGEMENT</dc:title>
  <dc:creator>Glenn Eirren</dc:creator>
  <cp:lastModifiedBy>Glenn Eirren</cp:lastModifiedBy>
  <cp:revision>5</cp:revision>
  <dcterms:created xsi:type="dcterms:W3CDTF">2026-04-20T13:02:12Z</dcterms:created>
  <dcterms:modified xsi:type="dcterms:W3CDTF">2026-04-20T13:37:22Z</dcterms:modified>
</cp:coreProperties>
</file>